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97" r:id="rId5"/>
    <p:sldId id="276" r:id="rId6"/>
    <p:sldId id="298" r:id="rId7"/>
    <p:sldId id="279" r:id="rId8"/>
    <p:sldId id="299" r:id="rId9"/>
    <p:sldId id="300" r:id="rId10"/>
    <p:sldId id="301" r:id="rId11"/>
    <p:sldId id="302" r:id="rId12"/>
    <p:sldId id="303" r:id="rId13"/>
    <p:sldId id="304" r:id="rId14"/>
    <p:sldId id="30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506055-B33E-4B85-BD4A-050522869B23}" v="295" dt="2025-08-29T07:46:31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1536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ASRI L" userId="e29120961e18b06c" providerId="LiveId" clId="{20506055-B33E-4B85-BD4A-050522869B23}"/>
    <pc:docChg chg="custSel addSld delSld modSld sldOrd">
      <pc:chgData name="RAKASRI L" userId="e29120961e18b06c" providerId="LiveId" clId="{20506055-B33E-4B85-BD4A-050522869B23}" dt="2025-08-29T07:54:58.039" v="2392" actId="255"/>
      <pc:docMkLst>
        <pc:docMk/>
      </pc:docMkLst>
      <pc:sldChg chg="delSp modSp mod">
        <pc:chgData name="RAKASRI L" userId="e29120961e18b06c" providerId="LiveId" clId="{20506055-B33E-4B85-BD4A-050522869B23}" dt="2025-08-29T07:48:54.439" v="2387" actId="14100"/>
        <pc:sldMkLst>
          <pc:docMk/>
          <pc:sldMk cId="77554804" sldId="276"/>
        </pc:sldMkLst>
        <pc:spChg chg="mod">
          <ac:chgData name="RAKASRI L" userId="e29120961e18b06c" providerId="LiveId" clId="{20506055-B33E-4B85-BD4A-050522869B23}" dt="2025-08-29T07:48:54.439" v="2387" actId="14100"/>
          <ac:spMkLst>
            <pc:docMk/>
            <pc:sldMk cId="77554804" sldId="276"/>
            <ac:spMk id="5" creationId="{81D18537-D028-9E9C-FB87-93F24955DFC7}"/>
          </ac:spMkLst>
        </pc:spChg>
        <pc:spChg chg="mod">
          <ac:chgData name="RAKASRI L" userId="e29120961e18b06c" providerId="LiveId" clId="{20506055-B33E-4B85-BD4A-050522869B23}" dt="2025-08-29T00:30:44.679" v="910" actId="14100"/>
          <ac:spMkLst>
            <pc:docMk/>
            <pc:sldMk cId="77554804" sldId="276"/>
            <ac:spMk id="20" creationId="{CC0093B1-77CC-1E61-FB22-E136F94EABD2}"/>
          </ac:spMkLst>
        </pc:spChg>
      </pc:sldChg>
      <pc:sldChg chg="modSp mod">
        <pc:chgData name="RAKASRI L" userId="e29120961e18b06c" providerId="LiveId" clId="{20506055-B33E-4B85-BD4A-050522869B23}" dt="2025-08-29T01:45:23.002" v="2337" actId="2711"/>
        <pc:sldMkLst>
          <pc:docMk/>
          <pc:sldMk cId="1246021298" sldId="279"/>
        </pc:sldMkLst>
        <pc:spChg chg="mod">
          <ac:chgData name="RAKASRI L" userId="e29120961e18b06c" providerId="LiveId" clId="{20506055-B33E-4B85-BD4A-050522869B23}" dt="2025-08-29T01:45:23.002" v="2337" actId="2711"/>
          <ac:spMkLst>
            <pc:docMk/>
            <pc:sldMk cId="1246021298" sldId="279"/>
            <ac:spMk id="3" creationId="{4379BBF1-9BC2-6DCE-0154-8873469878A5}"/>
          </ac:spMkLst>
        </pc:spChg>
        <pc:graphicFrameChg chg="mod modGraphic">
          <ac:chgData name="RAKASRI L" userId="e29120961e18b06c" providerId="LiveId" clId="{20506055-B33E-4B85-BD4A-050522869B23}" dt="2025-08-22T07:53:44.738" v="13" actId="14100"/>
          <ac:graphicFrameMkLst>
            <pc:docMk/>
            <pc:sldMk cId="1246021298" sldId="279"/>
            <ac:graphicFrameMk id="7" creationId="{E75538C0-BF6D-1B9B-9939-06577041CCE6}"/>
          </ac:graphicFrameMkLst>
        </pc:graphicFrameChg>
      </pc:sldChg>
      <pc:sldChg chg="addSp delSp modSp del mod">
        <pc:chgData name="RAKASRI L" userId="e29120961e18b06c" providerId="LiveId" clId="{20506055-B33E-4B85-BD4A-050522869B23}" dt="2025-08-22T07:47:29.449" v="5" actId="47"/>
        <pc:sldMkLst>
          <pc:docMk/>
          <pc:sldMk cId="529279411" sldId="289"/>
        </pc:sldMkLst>
      </pc:sldChg>
      <pc:sldChg chg="modSp mod ord">
        <pc:chgData name="RAKASRI L" userId="e29120961e18b06c" providerId="LiveId" clId="{20506055-B33E-4B85-BD4A-050522869B23}" dt="2025-08-29T03:56:23.271" v="2363"/>
        <pc:sldMkLst>
          <pc:docMk/>
          <pc:sldMk cId="745348933" sldId="297"/>
        </pc:sldMkLst>
        <pc:spChg chg="mod">
          <ac:chgData name="RAKASRI L" userId="e29120961e18b06c" providerId="LiveId" clId="{20506055-B33E-4B85-BD4A-050522869B23}" dt="2025-08-29T03:55:43.655" v="2360" actId="2711"/>
          <ac:spMkLst>
            <pc:docMk/>
            <pc:sldMk cId="745348933" sldId="297"/>
            <ac:spMk id="2" creationId="{81E061A8-3311-E7E5-70EA-4B88209B61DE}"/>
          </ac:spMkLst>
        </pc:spChg>
      </pc:sldChg>
      <pc:sldChg chg="addSp delSp modSp new del mod">
        <pc:chgData name="RAKASRI L" userId="e29120961e18b06c" providerId="LiveId" clId="{20506055-B33E-4B85-BD4A-050522869B23}" dt="2025-08-29T00:17:07.128" v="331" actId="47"/>
        <pc:sldMkLst>
          <pc:docMk/>
          <pc:sldMk cId="3425980352" sldId="298"/>
        </pc:sldMkLst>
        <pc:spChg chg="mod">
          <ac:chgData name="RAKASRI L" userId="e29120961e18b06c" providerId="LiveId" clId="{20506055-B33E-4B85-BD4A-050522869B23}" dt="2025-08-29T00:12:44.496" v="324" actId="20577"/>
          <ac:spMkLst>
            <pc:docMk/>
            <pc:sldMk cId="3425980352" sldId="298"/>
            <ac:spMk id="2" creationId="{753DD345-EFC5-0FCB-7B08-12975F75CFAB}"/>
          </ac:spMkLst>
        </pc:spChg>
        <pc:spChg chg="del">
          <ac:chgData name="RAKASRI L" userId="e29120961e18b06c" providerId="LiveId" clId="{20506055-B33E-4B85-BD4A-050522869B23}" dt="2025-08-29T00:16:52.671" v="330" actId="21"/>
          <ac:spMkLst>
            <pc:docMk/>
            <pc:sldMk cId="3425980352" sldId="298"/>
            <ac:spMk id="3" creationId="{AE160B5D-43A8-8039-8DAE-CFE49319BEBC}"/>
          </ac:spMkLst>
        </pc:spChg>
        <pc:spChg chg="add del mod">
          <ac:chgData name="RAKASRI L" userId="e29120961e18b06c" providerId="LiveId" clId="{20506055-B33E-4B85-BD4A-050522869B23}" dt="2025-08-29T00:16:14.585" v="329" actId="478"/>
          <ac:spMkLst>
            <pc:docMk/>
            <pc:sldMk cId="3425980352" sldId="298"/>
            <ac:spMk id="6" creationId="{A227666D-3D4B-2232-8CEB-37F78B3039F3}"/>
          </ac:spMkLst>
        </pc:spChg>
      </pc:sldChg>
      <pc:sldChg chg="delSp modSp new mod">
        <pc:chgData name="RAKASRI L" userId="e29120961e18b06c" providerId="LiveId" clId="{20506055-B33E-4B85-BD4A-050522869B23}" dt="2025-08-29T07:48:46.397" v="2386" actId="14100"/>
        <pc:sldMkLst>
          <pc:docMk/>
          <pc:sldMk cId="3856882550" sldId="298"/>
        </pc:sldMkLst>
        <pc:spChg chg="mod">
          <ac:chgData name="RAKASRI L" userId="e29120961e18b06c" providerId="LiveId" clId="{20506055-B33E-4B85-BD4A-050522869B23}" dt="2025-08-29T07:48:46.397" v="2386" actId="14100"/>
          <ac:spMkLst>
            <pc:docMk/>
            <pc:sldMk cId="3856882550" sldId="298"/>
            <ac:spMk id="2" creationId="{D8323AD8-AEC3-F3A1-FA03-6FC27DE28815}"/>
          </ac:spMkLst>
        </pc:spChg>
        <pc:spChg chg="mod">
          <ac:chgData name="RAKASRI L" userId="e29120961e18b06c" providerId="LiveId" clId="{20506055-B33E-4B85-BD4A-050522869B23}" dt="2025-08-29T00:31:24.031" v="913" actId="2711"/>
          <ac:spMkLst>
            <pc:docMk/>
            <pc:sldMk cId="3856882550" sldId="298"/>
            <ac:spMk id="3" creationId="{6CF974AF-4E76-4A6F-59F7-D12AB8D955C4}"/>
          </ac:spMkLst>
        </pc:spChg>
        <pc:spChg chg="del">
          <ac:chgData name="RAKASRI L" userId="e29120961e18b06c" providerId="LiveId" clId="{20506055-B33E-4B85-BD4A-050522869B23}" dt="2025-08-29T00:17:34.798" v="333" actId="478"/>
          <ac:spMkLst>
            <pc:docMk/>
            <pc:sldMk cId="3856882550" sldId="298"/>
            <ac:spMk id="4" creationId="{3FE233FF-67C8-F309-21D3-2EFDBA7FD8C1}"/>
          </ac:spMkLst>
        </pc:spChg>
        <pc:spChg chg="del mod">
          <ac:chgData name="RAKASRI L" userId="e29120961e18b06c" providerId="LiveId" clId="{20506055-B33E-4B85-BD4A-050522869B23}" dt="2025-08-29T00:18:19.383" v="343" actId="478"/>
          <ac:spMkLst>
            <pc:docMk/>
            <pc:sldMk cId="3856882550" sldId="298"/>
            <ac:spMk id="5" creationId="{1680A4C2-2E56-C605-D86B-81D367A7945B}"/>
          </ac:spMkLst>
        </pc:spChg>
      </pc:sldChg>
      <pc:sldChg chg="addSp delSp modSp new mod">
        <pc:chgData name="RAKASRI L" userId="e29120961e18b06c" providerId="LiveId" clId="{20506055-B33E-4B85-BD4A-050522869B23}" dt="2025-08-29T07:47:06.010" v="2384" actId="14100"/>
        <pc:sldMkLst>
          <pc:docMk/>
          <pc:sldMk cId="2349896801" sldId="299"/>
        </pc:sldMkLst>
        <pc:spChg chg="mod">
          <ac:chgData name="RAKASRI L" userId="e29120961e18b06c" providerId="LiveId" clId="{20506055-B33E-4B85-BD4A-050522869B23}" dt="2025-08-29T07:47:06.010" v="2384" actId="14100"/>
          <ac:spMkLst>
            <pc:docMk/>
            <pc:sldMk cId="2349896801" sldId="299"/>
            <ac:spMk id="2" creationId="{152C8BA8-D64E-4303-691A-9FA94E026369}"/>
          </ac:spMkLst>
        </pc:spChg>
        <pc:spChg chg="del">
          <ac:chgData name="RAKASRI L" userId="e29120961e18b06c" providerId="LiveId" clId="{20506055-B33E-4B85-BD4A-050522869B23}" dt="2025-08-29T07:44:13.927" v="2366" actId="478"/>
          <ac:spMkLst>
            <pc:docMk/>
            <pc:sldMk cId="2349896801" sldId="299"/>
            <ac:spMk id="3" creationId="{F3FC0FAE-B94F-4D38-7D82-6B04F819F5E4}"/>
          </ac:spMkLst>
        </pc:spChg>
        <pc:spChg chg="del mod">
          <ac:chgData name="RAKASRI L" userId="e29120961e18b06c" providerId="LiveId" clId="{20506055-B33E-4B85-BD4A-050522869B23}" dt="2025-08-29T07:44:04.560" v="2365" actId="931"/>
          <ac:spMkLst>
            <pc:docMk/>
            <pc:sldMk cId="2349896801" sldId="299"/>
            <ac:spMk id="4" creationId="{B2DA20C5-AD25-725A-7E54-773A01A554EF}"/>
          </ac:spMkLst>
        </pc:spChg>
        <pc:spChg chg="add del mod">
          <ac:chgData name="RAKASRI L" userId="e29120961e18b06c" providerId="LiveId" clId="{20506055-B33E-4B85-BD4A-050522869B23}" dt="2025-08-29T07:46:31.293" v="2382" actId="931"/>
          <ac:spMkLst>
            <pc:docMk/>
            <pc:sldMk cId="2349896801" sldId="299"/>
            <ac:spMk id="8" creationId="{97724B1B-CE59-EA72-8D1F-922FF1DAA25D}"/>
          </ac:spMkLst>
        </pc:spChg>
        <pc:picChg chg="add del mod">
          <ac:chgData name="RAKASRI L" userId="e29120961e18b06c" providerId="LiveId" clId="{20506055-B33E-4B85-BD4A-050522869B23}" dt="2025-08-29T07:45:53.782" v="2378" actId="478"/>
          <ac:picMkLst>
            <pc:docMk/>
            <pc:sldMk cId="2349896801" sldId="299"/>
            <ac:picMk id="6" creationId="{B2CD05D9-F3A7-2064-A61D-FF7EF1BC7BB6}"/>
          </ac:picMkLst>
        </pc:picChg>
        <pc:picChg chg="add mod">
          <ac:chgData name="RAKASRI L" userId="e29120961e18b06c" providerId="LiveId" clId="{20506055-B33E-4B85-BD4A-050522869B23}" dt="2025-08-29T07:46:57.167" v="2383" actId="14100"/>
          <ac:picMkLst>
            <pc:docMk/>
            <pc:sldMk cId="2349896801" sldId="299"/>
            <ac:picMk id="10" creationId="{4F35100E-26D1-D0BB-08C7-A9008E522209}"/>
          </ac:picMkLst>
        </pc:picChg>
      </pc:sldChg>
      <pc:sldChg chg="addSp delSp modSp new mod">
        <pc:chgData name="RAKASRI L" userId="e29120961e18b06c" providerId="LiveId" clId="{20506055-B33E-4B85-BD4A-050522869B23}" dt="2025-08-29T07:49:18.523" v="2391" actId="14100"/>
        <pc:sldMkLst>
          <pc:docMk/>
          <pc:sldMk cId="385485510" sldId="300"/>
        </pc:sldMkLst>
        <pc:spChg chg="mod">
          <ac:chgData name="RAKASRI L" userId="e29120961e18b06c" providerId="LiveId" clId="{20506055-B33E-4B85-BD4A-050522869B23}" dt="2025-08-29T01:45:53.117" v="2339" actId="255"/>
          <ac:spMkLst>
            <pc:docMk/>
            <pc:sldMk cId="385485510" sldId="300"/>
            <ac:spMk id="2" creationId="{0D827AB9-BC14-A493-C7C0-27D880CE6CAE}"/>
          </ac:spMkLst>
        </pc:spChg>
        <pc:spChg chg="mod">
          <ac:chgData name="RAKASRI L" userId="e29120961e18b06c" providerId="LiveId" clId="{20506055-B33E-4B85-BD4A-050522869B23}" dt="2025-08-29T00:55:22.832" v="1546" actId="14100"/>
          <ac:spMkLst>
            <pc:docMk/>
            <pc:sldMk cId="385485510" sldId="300"/>
            <ac:spMk id="3" creationId="{08EC477F-DD30-39B2-F657-034085774E4A}"/>
          </ac:spMkLst>
        </pc:spChg>
        <pc:spChg chg="del">
          <ac:chgData name="RAKASRI L" userId="e29120961e18b06c" providerId="LiveId" clId="{20506055-B33E-4B85-BD4A-050522869B23}" dt="2025-08-29T00:33:20.593" v="919" actId="478"/>
          <ac:spMkLst>
            <pc:docMk/>
            <pc:sldMk cId="385485510" sldId="300"/>
            <ac:spMk id="4" creationId="{4BBA3A30-3568-B16D-B0B7-501EA3706CE9}"/>
          </ac:spMkLst>
        </pc:spChg>
        <pc:spChg chg="del mod">
          <ac:chgData name="RAKASRI L" userId="e29120961e18b06c" providerId="LiveId" clId="{20506055-B33E-4B85-BD4A-050522869B23}" dt="2025-08-29T00:33:47.105" v="927" actId="478"/>
          <ac:spMkLst>
            <pc:docMk/>
            <pc:sldMk cId="385485510" sldId="300"/>
            <ac:spMk id="5" creationId="{BB70EB85-E60C-2B01-8B86-8E732D1AD711}"/>
          </ac:spMkLst>
        </pc:spChg>
        <pc:graphicFrameChg chg="add del mod modGraphic">
          <ac:chgData name="RAKASRI L" userId="e29120961e18b06c" providerId="LiveId" clId="{20506055-B33E-4B85-BD4A-050522869B23}" dt="2025-08-29T00:37:33.960" v="973" actId="478"/>
          <ac:graphicFrameMkLst>
            <pc:docMk/>
            <pc:sldMk cId="385485510" sldId="300"/>
            <ac:graphicFrameMk id="6" creationId="{48872974-8F92-4F21-025C-EE4D2FDBB0F6}"/>
          </ac:graphicFrameMkLst>
        </pc:graphicFrameChg>
        <pc:graphicFrameChg chg="add del mod modGraphic">
          <ac:chgData name="RAKASRI L" userId="e29120961e18b06c" providerId="LiveId" clId="{20506055-B33E-4B85-BD4A-050522869B23}" dt="2025-08-29T00:37:57.670" v="977" actId="478"/>
          <ac:graphicFrameMkLst>
            <pc:docMk/>
            <pc:sldMk cId="385485510" sldId="300"/>
            <ac:graphicFrameMk id="7" creationId="{42415A78-2908-67BB-D773-64D873EE8354}"/>
          </ac:graphicFrameMkLst>
        </pc:graphicFrameChg>
        <pc:graphicFrameChg chg="add mod modGraphic">
          <ac:chgData name="RAKASRI L" userId="e29120961e18b06c" providerId="LiveId" clId="{20506055-B33E-4B85-BD4A-050522869B23}" dt="2025-08-29T07:49:18.523" v="2391" actId="14100"/>
          <ac:graphicFrameMkLst>
            <pc:docMk/>
            <pc:sldMk cId="385485510" sldId="300"/>
            <ac:graphicFrameMk id="8" creationId="{896CC070-7A44-D3F3-5839-A4DFD560B32D}"/>
          </ac:graphicFrameMkLst>
        </pc:graphicFrameChg>
      </pc:sldChg>
      <pc:sldChg chg="delSp modSp new mod">
        <pc:chgData name="RAKASRI L" userId="e29120961e18b06c" providerId="LiveId" clId="{20506055-B33E-4B85-BD4A-050522869B23}" dt="2025-08-29T01:46:02.522" v="2340" actId="255"/>
        <pc:sldMkLst>
          <pc:docMk/>
          <pc:sldMk cId="1042717361" sldId="301"/>
        </pc:sldMkLst>
        <pc:spChg chg="mod">
          <ac:chgData name="RAKASRI L" userId="e29120961e18b06c" providerId="LiveId" clId="{20506055-B33E-4B85-BD4A-050522869B23}" dt="2025-08-29T01:46:02.522" v="2340" actId="255"/>
          <ac:spMkLst>
            <pc:docMk/>
            <pc:sldMk cId="1042717361" sldId="301"/>
            <ac:spMk id="2" creationId="{98EEC369-FD83-7BB6-4DDA-48A84DA3D666}"/>
          </ac:spMkLst>
        </pc:spChg>
        <pc:spChg chg="mod">
          <ac:chgData name="RAKASRI L" userId="e29120961e18b06c" providerId="LiveId" clId="{20506055-B33E-4B85-BD4A-050522869B23}" dt="2025-08-29T01:11:18.039" v="2007" actId="2711"/>
          <ac:spMkLst>
            <pc:docMk/>
            <pc:sldMk cId="1042717361" sldId="301"/>
            <ac:spMk id="3" creationId="{D532FBE9-FA00-BF94-9822-7FB1252619F3}"/>
          </ac:spMkLst>
        </pc:spChg>
        <pc:spChg chg="del">
          <ac:chgData name="RAKASRI L" userId="e29120961e18b06c" providerId="LiveId" clId="{20506055-B33E-4B85-BD4A-050522869B23}" dt="2025-08-29T00:48:58.030" v="1261" actId="478"/>
          <ac:spMkLst>
            <pc:docMk/>
            <pc:sldMk cId="1042717361" sldId="301"/>
            <ac:spMk id="4" creationId="{5F16CB71-1BBB-7F85-EC7C-2E45956D69E3}"/>
          </ac:spMkLst>
        </pc:spChg>
        <pc:spChg chg="del">
          <ac:chgData name="RAKASRI L" userId="e29120961e18b06c" providerId="LiveId" clId="{20506055-B33E-4B85-BD4A-050522869B23}" dt="2025-08-29T00:49:40.886" v="1278" actId="478"/>
          <ac:spMkLst>
            <pc:docMk/>
            <pc:sldMk cId="1042717361" sldId="301"/>
            <ac:spMk id="5" creationId="{57AD117E-0025-100F-5E0A-1A10A817FA4E}"/>
          </ac:spMkLst>
        </pc:spChg>
      </pc:sldChg>
      <pc:sldChg chg="delSp modSp new mod">
        <pc:chgData name="RAKASRI L" userId="e29120961e18b06c" providerId="LiveId" clId="{20506055-B33E-4B85-BD4A-050522869B23}" dt="2025-08-29T01:11:29.828" v="2008" actId="2711"/>
        <pc:sldMkLst>
          <pc:docMk/>
          <pc:sldMk cId="3889731499" sldId="302"/>
        </pc:sldMkLst>
        <pc:spChg chg="del mod">
          <ac:chgData name="RAKASRI L" userId="e29120961e18b06c" providerId="LiveId" clId="{20506055-B33E-4B85-BD4A-050522869B23}" dt="2025-08-29T01:03:21.193" v="1748" actId="478"/>
          <ac:spMkLst>
            <pc:docMk/>
            <pc:sldMk cId="3889731499" sldId="302"/>
            <ac:spMk id="2" creationId="{DC89C5EF-F628-F286-8FC3-BC29A69B3C14}"/>
          </ac:spMkLst>
        </pc:spChg>
        <pc:spChg chg="mod">
          <ac:chgData name="RAKASRI L" userId="e29120961e18b06c" providerId="LiveId" clId="{20506055-B33E-4B85-BD4A-050522869B23}" dt="2025-08-29T01:11:29.828" v="2008" actId="2711"/>
          <ac:spMkLst>
            <pc:docMk/>
            <pc:sldMk cId="3889731499" sldId="302"/>
            <ac:spMk id="3" creationId="{862CCDA8-103B-B99F-FBCA-8BA2E4A1ACB4}"/>
          </ac:spMkLst>
        </pc:spChg>
        <pc:spChg chg="del">
          <ac:chgData name="RAKASRI L" userId="e29120961e18b06c" providerId="LiveId" clId="{20506055-B33E-4B85-BD4A-050522869B23}" dt="2025-08-29T01:03:08.865" v="1745" actId="478"/>
          <ac:spMkLst>
            <pc:docMk/>
            <pc:sldMk cId="3889731499" sldId="302"/>
            <ac:spMk id="4" creationId="{1FF41FDC-974D-17D7-7EC4-8C138D96C37C}"/>
          </ac:spMkLst>
        </pc:spChg>
        <pc:spChg chg="del mod">
          <ac:chgData name="RAKASRI L" userId="e29120961e18b06c" providerId="LiveId" clId="{20506055-B33E-4B85-BD4A-050522869B23}" dt="2025-08-29T01:08:39.377" v="1958" actId="478"/>
          <ac:spMkLst>
            <pc:docMk/>
            <pc:sldMk cId="3889731499" sldId="302"/>
            <ac:spMk id="5" creationId="{188CCBD0-34B6-B509-7914-CC1B6004688C}"/>
          </ac:spMkLst>
        </pc:spChg>
      </pc:sldChg>
      <pc:sldChg chg="delSp new del mod">
        <pc:chgData name="RAKASRI L" userId="e29120961e18b06c" providerId="LiveId" clId="{20506055-B33E-4B85-BD4A-050522869B23}" dt="2025-08-29T01:13:10.072" v="2015" actId="47"/>
        <pc:sldMkLst>
          <pc:docMk/>
          <pc:sldMk cId="942099825" sldId="303"/>
        </pc:sldMkLst>
        <pc:spChg chg="del">
          <ac:chgData name="RAKASRI L" userId="e29120961e18b06c" providerId="LiveId" clId="{20506055-B33E-4B85-BD4A-050522869B23}" dt="2025-08-29T01:13:06.737" v="2014" actId="478"/>
          <ac:spMkLst>
            <pc:docMk/>
            <pc:sldMk cId="942099825" sldId="303"/>
            <ac:spMk id="3" creationId="{81B20C95-594A-D0D0-A6B2-F75FC53601F4}"/>
          </ac:spMkLst>
        </pc:spChg>
      </pc:sldChg>
      <pc:sldChg chg="addSp delSp modSp new mod">
        <pc:chgData name="RAKASRI L" userId="e29120961e18b06c" providerId="LiveId" clId="{20506055-B33E-4B85-BD4A-050522869B23}" dt="2025-08-29T01:46:16.318" v="2341" actId="20577"/>
        <pc:sldMkLst>
          <pc:docMk/>
          <pc:sldMk cId="1546677693" sldId="303"/>
        </pc:sldMkLst>
        <pc:spChg chg="mod">
          <ac:chgData name="RAKASRI L" userId="e29120961e18b06c" providerId="LiveId" clId="{20506055-B33E-4B85-BD4A-050522869B23}" dt="2025-08-29T01:46:16.318" v="2341" actId="20577"/>
          <ac:spMkLst>
            <pc:docMk/>
            <pc:sldMk cId="1546677693" sldId="303"/>
            <ac:spMk id="2" creationId="{FA2E8A4E-8C93-6F30-21D1-FE85B237701D}"/>
          </ac:spMkLst>
        </pc:spChg>
        <pc:spChg chg="del mod">
          <ac:chgData name="RAKASRI L" userId="e29120961e18b06c" providerId="LiveId" clId="{20506055-B33E-4B85-BD4A-050522869B23}" dt="2025-08-29T01:22:13.664" v="2064" actId="478"/>
          <ac:spMkLst>
            <pc:docMk/>
            <pc:sldMk cId="1546677693" sldId="303"/>
            <ac:spMk id="3" creationId="{16A0AF12-DE13-998C-C3D8-E635A9C57737}"/>
          </ac:spMkLst>
        </pc:spChg>
        <pc:spChg chg="del mod">
          <ac:chgData name="RAKASRI L" userId="e29120961e18b06c" providerId="LiveId" clId="{20506055-B33E-4B85-BD4A-050522869B23}" dt="2025-08-29T01:19:46.877" v="2037" actId="931"/>
          <ac:spMkLst>
            <pc:docMk/>
            <pc:sldMk cId="1546677693" sldId="303"/>
            <ac:spMk id="4" creationId="{40AB7E61-9EB2-8DF8-64C2-1257FE10397A}"/>
          </ac:spMkLst>
        </pc:spChg>
        <pc:spChg chg="del">
          <ac:chgData name="RAKASRI L" userId="e29120961e18b06c" providerId="LiveId" clId="{20506055-B33E-4B85-BD4A-050522869B23}" dt="2025-08-29T01:28:42.319" v="2109" actId="478"/>
          <ac:spMkLst>
            <pc:docMk/>
            <pc:sldMk cId="1546677693" sldId="303"/>
            <ac:spMk id="5" creationId="{57059AF2-0520-7404-60C8-7DAF4E0E207C}"/>
          </ac:spMkLst>
        </pc:spChg>
        <pc:spChg chg="add del mod">
          <ac:chgData name="RAKASRI L" userId="e29120961e18b06c" providerId="LiveId" clId="{20506055-B33E-4B85-BD4A-050522869B23}" dt="2025-08-29T01:20:13.578" v="2045" actId="478"/>
          <ac:spMkLst>
            <pc:docMk/>
            <pc:sldMk cId="1546677693" sldId="303"/>
            <ac:spMk id="9" creationId="{BBE4C6E4-154C-2CC3-5037-ECACDB01D2E7}"/>
          </ac:spMkLst>
        </pc:spChg>
        <pc:picChg chg="add del mod">
          <ac:chgData name="RAKASRI L" userId="e29120961e18b06c" providerId="LiveId" clId="{20506055-B33E-4B85-BD4A-050522869B23}" dt="2025-08-29T01:20:08.394" v="2044" actId="478"/>
          <ac:picMkLst>
            <pc:docMk/>
            <pc:sldMk cId="1546677693" sldId="303"/>
            <ac:picMk id="7" creationId="{BB0EC232-D0FB-9678-A413-50BD5A5701F7}"/>
          </ac:picMkLst>
        </pc:picChg>
        <pc:picChg chg="add del mod">
          <ac:chgData name="RAKASRI L" userId="e29120961e18b06c" providerId="LiveId" clId="{20506055-B33E-4B85-BD4A-050522869B23}" dt="2025-08-29T01:22:16.372" v="2065" actId="478"/>
          <ac:picMkLst>
            <pc:docMk/>
            <pc:sldMk cId="1546677693" sldId="303"/>
            <ac:picMk id="11" creationId="{2E9A9AA2-3F28-A76A-62E3-BB806FA63E92}"/>
          </ac:picMkLst>
        </pc:picChg>
        <pc:picChg chg="add del mod">
          <ac:chgData name="RAKASRI L" userId="e29120961e18b06c" providerId="LiveId" clId="{20506055-B33E-4B85-BD4A-050522869B23}" dt="2025-08-29T01:25:47.945" v="2070" actId="478"/>
          <ac:picMkLst>
            <pc:docMk/>
            <pc:sldMk cId="1546677693" sldId="303"/>
            <ac:picMk id="13" creationId="{DA69AE6A-9E54-D15E-47F1-3CC55437DC9E}"/>
          </ac:picMkLst>
        </pc:picChg>
        <pc:picChg chg="add mod modCrop">
          <ac:chgData name="RAKASRI L" userId="e29120961e18b06c" providerId="LiveId" clId="{20506055-B33E-4B85-BD4A-050522869B23}" dt="2025-08-29T01:35:58.400" v="2245" actId="14100"/>
          <ac:picMkLst>
            <pc:docMk/>
            <pc:sldMk cId="1546677693" sldId="303"/>
            <ac:picMk id="15" creationId="{26CB0979-92BC-95C1-4F7F-EF16BD326B61}"/>
          </ac:picMkLst>
        </pc:picChg>
      </pc:sldChg>
      <pc:sldChg chg="delSp new del mod">
        <pc:chgData name="RAKASRI L" userId="e29120961e18b06c" providerId="LiveId" clId="{20506055-B33E-4B85-BD4A-050522869B23}" dt="2025-08-29T01:12:48.439" v="2012" actId="47"/>
        <pc:sldMkLst>
          <pc:docMk/>
          <pc:sldMk cId="3811563396" sldId="303"/>
        </pc:sldMkLst>
        <pc:spChg chg="del">
          <ac:chgData name="RAKASRI L" userId="e29120961e18b06c" providerId="LiveId" clId="{20506055-B33E-4B85-BD4A-050522869B23}" dt="2025-08-29T01:12:40.982" v="2011" actId="478"/>
          <ac:spMkLst>
            <pc:docMk/>
            <pc:sldMk cId="3811563396" sldId="303"/>
            <ac:spMk id="3" creationId="{EB185A13-D206-F809-08E3-A3D2217883E2}"/>
          </ac:spMkLst>
        </pc:spChg>
      </pc:sldChg>
      <pc:sldChg chg="addSp delSp modSp new mod">
        <pc:chgData name="RAKASRI L" userId="e29120961e18b06c" providerId="LiveId" clId="{20506055-B33E-4B85-BD4A-050522869B23}" dt="2025-08-29T01:38:11.027" v="2268" actId="478"/>
        <pc:sldMkLst>
          <pc:docMk/>
          <pc:sldMk cId="1700712742" sldId="304"/>
        </pc:sldMkLst>
        <pc:spChg chg="mod">
          <ac:chgData name="RAKASRI L" userId="e29120961e18b06c" providerId="LiveId" clId="{20506055-B33E-4B85-BD4A-050522869B23}" dt="2025-08-29T01:37:59.697" v="2265" actId="20577"/>
          <ac:spMkLst>
            <pc:docMk/>
            <pc:sldMk cId="1700712742" sldId="304"/>
            <ac:spMk id="2" creationId="{961B6355-C9A0-1935-FAB7-6F85E020E98A}"/>
          </ac:spMkLst>
        </pc:spChg>
        <pc:spChg chg="mod">
          <ac:chgData name="RAKASRI L" userId="e29120961e18b06c" providerId="LiveId" clId="{20506055-B33E-4B85-BD4A-050522869B23}" dt="2025-08-29T01:34:51.322" v="2233" actId="14100"/>
          <ac:spMkLst>
            <pc:docMk/>
            <pc:sldMk cId="1700712742" sldId="304"/>
            <ac:spMk id="3" creationId="{6075048E-341A-D26D-A3EA-1B67AD8BDA78}"/>
          </ac:spMkLst>
        </pc:spChg>
        <pc:spChg chg="del">
          <ac:chgData name="RAKASRI L" userId="e29120961e18b06c" providerId="LiveId" clId="{20506055-B33E-4B85-BD4A-050522869B23}" dt="2025-08-29T01:32:05.895" v="2177" actId="478"/>
          <ac:spMkLst>
            <pc:docMk/>
            <pc:sldMk cId="1700712742" sldId="304"/>
            <ac:spMk id="4" creationId="{ADFE9005-A376-6E77-0B89-5AB548896E9E}"/>
          </ac:spMkLst>
        </pc:spChg>
        <pc:spChg chg="del mod">
          <ac:chgData name="RAKASRI L" userId="e29120961e18b06c" providerId="LiveId" clId="{20506055-B33E-4B85-BD4A-050522869B23}" dt="2025-08-29T01:38:11.027" v="2268" actId="478"/>
          <ac:spMkLst>
            <pc:docMk/>
            <pc:sldMk cId="1700712742" sldId="304"/>
            <ac:spMk id="5" creationId="{0789EA18-925E-FD9E-9097-DA2062E274EC}"/>
          </ac:spMkLst>
        </pc:spChg>
        <pc:picChg chg="add mod modCrop">
          <ac:chgData name="RAKASRI L" userId="e29120961e18b06c" providerId="LiveId" clId="{20506055-B33E-4B85-BD4A-050522869B23}" dt="2025-08-29T01:38:07.528" v="2266" actId="14100"/>
          <ac:picMkLst>
            <pc:docMk/>
            <pc:sldMk cId="1700712742" sldId="304"/>
            <ac:picMk id="7" creationId="{4F15BF0A-A3A3-0AA6-9784-6F5C7BCEA0C8}"/>
          </ac:picMkLst>
        </pc:picChg>
      </pc:sldChg>
      <pc:sldChg chg="delSp modSp new mod">
        <pc:chgData name="RAKASRI L" userId="e29120961e18b06c" providerId="LiveId" clId="{20506055-B33E-4B85-BD4A-050522869B23}" dt="2025-08-29T07:54:58.039" v="2392" actId="255"/>
        <pc:sldMkLst>
          <pc:docMk/>
          <pc:sldMk cId="1917891489" sldId="305"/>
        </pc:sldMkLst>
        <pc:spChg chg="mod">
          <ac:chgData name="RAKASRI L" userId="e29120961e18b06c" providerId="LiveId" clId="{20506055-B33E-4B85-BD4A-050522869B23}" dt="2025-08-29T07:54:58.039" v="2392" actId="255"/>
          <ac:spMkLst>
            <pc:docMk/>
            <pc:sldMk cId="1917891489" sldId="305"/>
            <ac:spMk id="2" creationId="{0CBC743F-C019-4C63-95D6-BC049A300FE0}"/>
          </ac:spMkLst>
        </pc:spChg>
        <pc:spChg chg="mod">
          <ac:chgData name="RAKASRI L" userId="e29120961e18b06c" providerId="LiveId" clId="{20506055-B33E-4B85-BD4A-050522869B23}" dt="2025-08-29T04:07:44.544" v="2364" actId="255"/>
          <ac:spMkLst>
            <pc:docMk/>
            <pc:sldMk cId="1917891489" sldId="305"/>
            <ac:spMk id="3" creationId="{840647B8-1439-C7AD-4301-75DF0029C940}"/>
          </ac:spMkLst>
        </pc:spChg>
        <pc:spChg chg="del">
          <ac:chgData name="RAKASRI L" userId="e29120961e18b06c" providerId="LiveId" clId="{20506055-B33E-4B85-BD4A-050522869B23}" dt="2025-08-29T01:38:55.003" v="2270" actId="478"/>
          <ac:spMkLst>
            <pc:docMk/>
            <pc:sldMk cId="1917891489" sldId="305"/>
            <ac:spMk id="4" creationId="{56AFDC48-EFE8-0333-6BBD-6E464218516C}"/>
          </ac:spMkLst>
        </pc:spChg>
        <pc:spChg chg="del">
          <ac:chgData name="RAKASRI L" userId="e29120961e18b06c" providerId="LiveId" clId="{20506055-B33E-4B85-BD4A-050522869B23}" dt="2025-08-29T01:39:49.504" v="2302" actId="478"/>
          <ac:spMkLst>
            <pc:docMk/>
            <pc:sldMk cId="1917891489" sldId="305"/>
            <ac:spMk id="5" creationId="{2E8A81B9-B202-195D-ABB1-43D73D34D01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87834D1B-A726-18FB-799A-8294A1FE8A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63B9152-B336-5993-1C67-48946279B0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253B2-FD87-4AAE-AF69-14FE02FB4D05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598999B6-0E65-F457-D4BF-F96BE9F9A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76FEA9E-549C-DA0D-8B3C-832BF107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EDBB3-C345-4EAB-AB5D-9FB3AF589CF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Slide Image Placeholder 11">
            <a:extLst>
              <a:ext uri="{FF2B5EF4-FFF2-40B4-BE49-F238E27FC236}">
                <a16:creationId xmlns:a16="http://schemas.microsoft.com/office/drawing/2014/main" id="{F627E2FE-9CC2-836E-40FC-1A1183B951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13B0C97-27B2-A894-9DEA-82E460C91F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39063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EDBB3-C345-4EAB-AB5D-9FB3AF589C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04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 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bg1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tx2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noProof="0"/>
              <a:t>Click to edit </a:t>
            </a:r>
            <a:r>
              <a:rPr lang="en-US" altLang="zh-CN" noProof="0"/>
              <a:t>Text </a:t>
            </a:r>
            <a:r>
              <a:rPr lang="en-US" noProof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2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/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bg1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rgbClr val="44678D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bg1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061A8-3311-E7E5-70EA-4B88209B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3" y="855406"/>
            <a:ext cx="6250945" cy="4984650"/>
          </a:xfrm>
        </p:spPr>
        <p:txBody>
          <a:bodyPr/>
          <a:lstStyle/>
          <a:p>
            <a:r>
              <a:rPr lang="en-US" sz="4000" dirty="0" err="1">
                <a:latin typeface="Aptos Narrow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NeurofleetX</a:t>
            </a:r>
            <a:r>
              <a:rPr lang="en-US" sz="4000" dirty="0">
                <a:latin typeface="Aptos Narrow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</a:t>
            </a:r>
            <a:r>
              <a:rPr lang="en-IN" sz="4000" dirty="0">
                <a:latin typeface="Aptos Narrow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Fleet Management Dashboard</a:t>
            </a:r>
            <a:br>
              <a:rPr lang="en-US" sz="2000" dirty="0">
                <a:latin typeface="Abadi" panose="020B0604020104020204" pitchFamily="34" charset="0"/>
                <a:cs typeface="Times New Roman" panose="02020603050405020304" pitchFamily="18" charset="0"/>
              </a:rPr>
            </a:br>
            <a:br>
              <a:rPr lang="en-US" sz="2000" dirty="0">
                <a:latin typeface="Abadi" panose="020B0604020104020204" pitchFamily="34" charset="0"/>
                <a:cs typeface="Times New Roman" panose="02020603050405020304" pitchFamily="18" charset="0"/>
              </a:rPr>
            </a:br>
            <a:r>
              <a:rPr lang="en-US" sz="2200" b="0" dirty="0"/>
              <a:t>AI- Driven Mobility Optimization for Smarter Cities</a:t>
            </a:r>
            <a:endParaRPr lang="en-IN" sz="2200" b="0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49EC3153-88B1-F217-2A25-E9A5640C2C42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/>
          <a:srcRect l="21012" r="21012"/>
          <a:stretch>
            <a:fillRect/>
          </a:stretch>
        </p:blipFill>
        <p:spPr>
          <a:xfrm>
            <a:off x="7000433" y="773710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745348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75" y="-256675"/>
            <a:ext cx="5277852" cy="220677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4400" y="1395664"/>
            <a:ext cx="9802761" cy="565406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Rapid urbanization is increasing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traffic congestion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fuel consumption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carbon emissions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Fleet operators struggle with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inefficient route planning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unpredictable demand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operational costs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data integration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(traffic, weather, demand) hinders smart decision-making.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Cities need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AI-driven solutions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optimize fleet movement, reduce costs, and improve sustainability.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traffic density increases delivery times and reduces service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reliabilty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Poor fleet management leads to customer dissatisfaction and resource waste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u="none" strike="noStrike" kern="1200" cap="none" spc="0" normalizeH="0" baseline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3AD8-AEC3-F3A1-FA03-6FC27DE28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497304"/>
            <a:ext cx="5241725" cy="908709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974AF-4E76-4A6F-59F7-D12AB8D955C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84902" y="1710813"/>
            <a:ext cx="10019071" cy="43950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design and implement a secure, real-time fleet management dashboard for smarter urban mobility.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fleet managers to monitor vehicle locations, status, and analytics seamlessly.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real-time data (traffic, vehicle, demand) to improve route planning and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operational costs and improve sustainability with AI-driven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actionable KPIs and alerts to optimize efficiency and reliability.</a:t>
            </a:r>
          </a:p>
          <a:p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882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65" y="382555"/>
            <a:ext cx="11238240" cy="1757981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9630B-7BF6-61B1-6AAC-BA71F50283D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E75538C0-BF6D-1B9B-9939-06577041CCE6}"/>
              </a:ext>
            </a:extLst>
          </p:cNvPr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2392284088"/>
              </p:ext>
            </p:extLst>
          </p:nvPr>
        </p:nvGraphicFramePr>
        <p:xfrm>
          <a:off x="989045" y="1418254"/>
          <a:ext cx="10482230" cy="3732245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5241115">
                  <a:extLst>
                    <a:ext uri="{9D8B030D-6E8A-4147-A177-3AD203B41FA5}">
                      <a16:colId xmlns:a16="http://schemas.microsoft.com/office/drawing/2014/main" val="3233036653"/>
                    </a:ext>
                  </a:extLst>
                </a:gridCol>
                <a:gridCol w="5241115">
                  <a:extLst>
                    <a:ext uri="{9D8B030D-6E8A-4147-A177-3AD203B41FA5}">
                      <a16:colId xmlns:a16="http://schemas.microsoft.com/office/drawing/2014/main" val="3814643898"/>
                    </a:ext>
                  </a:extLst>
                </a:gridCol>
              </a:tblGrid>
              <a:tr h="746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Technology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979422"/>
                  </a:ext>
                </a:extLst>
              </a:tr>
              <a:tr h="746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Frontend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React.js (UI Framework)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188186"/>
                  </a:ext>
                </a:extLst>
              </a:tr>
              <a:tr h="746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Backend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Java Spring Boot (REST APIs)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636074"/>
                  </a:ext>
                </a:extLst>
              </a:tr>
              <a:tr h="746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Database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MySQL (Relational Database)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542885"/>
                  </a:ext>
                </a:extLst>
              </a:tr>
              <a:tr h="746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AI/ML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Weka (Java-based Machine Learning Library)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181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C8BA8-D64E-4303-691A-9FA94E026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3" y="-2181726"/>
            <a:ext cx="6914147" cy="11020926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 : </a:t>
            </a:r>
            <a:r>
              <a:rPr lang="en-US" sz="2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Responsive dashboard, cards, table, live map, analytics</a:t>
            </a:r>
            <a:br>
              <a:rPr lang="en-US" sz="2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: </a:t>
            </a:r>
            <a:r>
              <a:rPr lang="en-US" sz="2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 API with protected routes, serves data and authentication</a:t>
            </a:r>
            <a:br>
              <a:rPr lang="en-US" sz="2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  <a:r>
              <a:rPr lang="en-US" sz="2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Stores vehicle, trip, and user info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F35100E-26D1-D0BB-08C7-A9008E522209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/>
          <a:srcRect l="23611" r="23611"/>
          <a:stretch>
            <a:fillRect/>
          </a:stretch>
        </p:blipFill>
        <p:spPr>
          <a:xfrm>
            <a:off x="882315" y="1090613"/>
            <a:ext cx="3865897" cy="4411662"/>
          </a:xfrm>
        </p:spPr>
      </p:pic>
    </p:spTree>
    <p:extLst>
      <p:ext uri="{BB962C8B-B14F-4D97-AF65-F5344CB8AC3E}">
        <p14:creationId xmlns:p14="http://schemas.microsoft.com/office/powerpoint/2010/main" val="2349896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27AB9-BC14-A493-C7C0-27D880CE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6" y="1"/>
            <a:ext cx="4325677" cy="1459832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Use Cases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C477F-DD30-39B2-F657-034085774E4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5641" y="1459832"/>
            <a:ext cx="11056783" cy="4523873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6CC070-7A44-D3F3-5839-A4DFD560B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481907"/>
              </p:ext>
            </p:extLst>
          </p:nvPr>
        </p:nvGraphicFramePr>
        <p:xfrm>
          <a:off x="509576" y="1258529"/>
          <a:ext cx="11259639" cy="50292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887291">
                  <a:extLst>
                    <a:ext uri="{9D8B030D-6E8A-4147-A177-3AD203B41FA5}">
                      <a16:colId xmlns:a16="http://schemas.microsoft.com/office/drawing/2014/main" val="812248329"/>
                    </a:ext>
                  </a:extLst>
                </a:gridCol>
                <a:gridCol w="3686174">
                  <a:extLst>
                    <a:ext uri="{9D8B030D-6E8A-4147-A177-3AD203B41FA5}">
                      <a16:colId xmlns:a16="http://schemas.microsoft.com/office/drawing/2014/main" val="3608919891"/>
                    </a:ext>
                  </a:extLst>
                </a:gridCol>
                <a:gridCol w="3686174">
                  <a:extLst>
                    <a:ext uri="{9D8B030D-6E8A-4147-A177-3AD203B41FA5}">
                      <a16:colId xmlns:a16="http://schemas.microsoft.com/office/drawing/2014/main" val="2039358044"/>
                    </a:ext>
                  </a:extLst>
                </a:gridCol>
              </a:tblGrid>
              <a:tr h="725574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sz="2400" dirty="0"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Primary 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003107"/>
                  </a:ext>
                </a:extLst>
              </a:tr>
              <a:tr h="90696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View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Fleet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See key fleet metrics ,alerts , live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87164"/>
                  </a:ext>
                </a:extLst>
              </a:tr>
              <a:tr h="90696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Track Vehicles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Manger/User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See vehicle markers and details on map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62569"/>
                  </a:ext>
                </a:extLst>
              </a:tr>
              <a:tr h="90696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Add/Edit Vehicles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Fleet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Register and manage fleet from dashboard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970691"/>
                  </a:ext>
                </a:extLst>
              </a:tr>
              <a:tr h="90696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Analytics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Fleet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Status breakdown: active, idle, maintenance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903398"/>
                  </a:ext>
                </a:extLst>
              </a:tr>
              <a:tr h="63487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Secure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JWT-protected data access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216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85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C369-FD83-7BB6-4DDA-48A84DA3D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9" y="208547"/>
            <a:ext cx="5331768" cy="928889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2FBE9-FA00-BF94-9822-7FB1252619F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93558" y="1556084"/>
            <a:ext cx="11112003" cy="4668254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Loads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Input : Login , visit dashboard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Expected Result :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Fleet stats, list, map, analytics load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. Unauthorized API Request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Input : Remove/expire JWT, call /API /dashboard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Expected Result :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401 Unauthorized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Add Vehicle Validation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Input 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Submit Vehicle Form missing license plate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Expected Result :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shown, not added</a:t>
            </a:r>
          </a:p>
        </p:txBody>
      </p:sp>
    </p:spTree>
    <p:extLst>
      <p:ext uri="{BB962C8B-B14F-4D97-AF65-F5344CB8AC3E}">
        <p14:creationId xmlns:p14="http://schemas.microsoft.com/office/powerpoint/2010/main" val="1042717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CCDA8-103B-B99F-FBCA-8BA2E4A1AC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57727" y="593558"/>
            <a:ext cx="11049642" cy="5999747"/>
          </a:xfrm>
        </p:spPr>
        <p:txBody>
          <a:bodyPr/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Map Renders Markers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Input : Vehicles supplied (with location)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Expected Result 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Markers visible, status in tooltip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Live Update 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Input : Backend sends vehicle change (WebSocket)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Expected Result : Map/table update in real-time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DB Setup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Input 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CREATE DATABASE in MySQL shell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Expected Result :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Neurofleetx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DB created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Error Handling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Input : Stop backend, load dashboard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Expected Result 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Friendly error, app does not crash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9731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E8A4E-8C93-6F30-21D1-FE85B237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6" y="-245806"/>
            <a:ext cx="5430090" cy="2556387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</a:t>
            </a:r>
            <a:br>
              <a:rPr lang="en-US" sz="3200" dirty="0"/>
            </a:br>
            <a:r>
              <a:rPr lang="en-US" sz="3200" dirty="0"/>
              <a:t>  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 in page</a:t>
            </a:r>
            <a:br>
              <a:rPr lang="en-US" dirty="0"/>
            </a:br>
            <a:endParaRPr lang="en-IN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CB0979-92BC-95C1-4F7F-EF16BD326B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03" t="17980" r="17217" b="6766"/>
          <a:stretch>
            <a:fillRect/>
          </a:stretch>
        </p:blipFill>
        <p:spPr>
          <a:xfrm>
            <a:off x="2231923" y="1700980"/>
            <a:ext cx="7482348" cy="409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77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B6355-C9A0-1935-FAB7-6F85E020E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587" y="403123"/>
            <a:ext cx="5117162" cy="1209368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: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/>
              <a:t> 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 up page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5048E-341A-D26D-A3EA-1B67AD8BDA7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781650" y="2167031"/>
            <a:ext cx="7188260" cy="368316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15BF0A-A3A3-0AA6-9784-6F5C7BCEA0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53" t="11180" r="15830" b="5304"/>
          <a:stretch>
            <a:fillRect/>
          </a:stretch>
        </p:blipFill>
        <p:spPr>
          <a:xfrm>
            <a:off x="2644877" y="1818968"/>
            <a:ext cx="7511845" cy="415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12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C743F-C019-4C63-95D6-BC049A300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81" y="521109"/>
            <a:ext cx="5220930" cy="1067059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647B8-1439-C7AD-4301-75DF0029C94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1781" y="1588170"/>
            <a:ext cx="11164786" cy="50682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 service issues: Fixed with PATH/my.ini checks, initialization, and Windows service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Authentication: JWT integration with Express middleware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 integration: Frontend/maps render live vehicle markers with error handling for invalid data</a:t>
            </a:r>
          </a:p>
          <a:p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Improvements/Future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roles, automated alerts, deeper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Deployment and CI/CD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 support</a:t>
            </a:r>
          </a:p>
          <a:p>
            <a:br>
              <a:rPr lang="en-US" sz="4000" dirty="0"/>
            </a:br>
            <a:endParaRPr lang="en-IN" sz="4000" dirty="0"/>
          </a:p>
          <a:p>
            <a:br>
              <a:rPr lang="en-IN" dirty="0"/>
            </a:b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8914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Dark Presentation_win32_v5" id="{58BAEBF1-5D61-4C15-85CE-FF9951014D92}" vid="{276E4683-2F29-4A34-B0D2-95452F46AA5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C25491-3B09-4F3E-8C86-936D290E40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D5854E-F453-4846-A87D-6EF3DCF73E3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337AE0CD-4570-4F66-89CD-DDD19F091E8D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27</TotalTime>
  <Words>563</Words>
  <Application>Microsoft Office PowerPoint</Application>
  <PresentationFormat>Widescreen</PresentationFormat>
  <Paragraphs>103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等线</vt:lpstr>
      <vt:lpstr>Abadi</vt:lpstr>
      <vt:lpstr>Aptos Narrow</vt:lpstr>
      <vt:lpstr>Arial</vt:lpstr>
      <vt:lpstr>Calibri</vt:lpstr>
      <vt:lpstr>Posterama Text Black</vt:lpstr>
      <vt:lpstr>Posterama Text SemiBold</vt:lpstr>
      <vt:lpstr>Times New Roman</vt:lpstr>
      <vt:lpstr>Custom</vt:lpstr>
      <vt:lpstr>NeurofleetX :Fleet Management Dashboard  AI- Driven Mobility Optimization for Smarter Cities</vt:lpstr>
      <vt:lpstr>Problem Statement</vt:lpstr>
      <vt:lpstr>Objective</vt:lpstr>
      <vt:lpstr>Technology Stack</vt:lpstr>
      <vt:lpstr>Architecture Overview  Frontend : Responsive dashboard, cards, table, live map, analytics  Backend : REST API with protected routes, serves data and authentication  Database : Stores vehicle, trip, and user info</vt:lpstr>
      <vt:lpstr>Key Use Cases</vt:lpstr>
      <vt:lpstr>Test Case</vt:lpstr>
      <vt:lpstr>PowerPoint Presentation</vt:lpstr>
      <vt:lpstr>Module 1 :     sign in page </vt:lpstr>
      <vt:lpstr>Module 2 :     sign up page</vt:lpstr>
      <vt:lpstr>Challenges &amp; Solutions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RAKASRI L</dc:creator>
  <cp:lastModifiedBy>RAKASRI L</cp:lastModifiedBy>
  <cp:revision>1</cp:revision>
  <dcterms:created xsi:type="dcterms:W3CDTF">2025-08-21T14:08:12Z</dcterms:created>
  <dcterms:modified xsi:type="dcterms:W3CDTF">2025-08-29T07:55:06Z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